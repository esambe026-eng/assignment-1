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101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4BA7-7C75-42E6-B5F3-A6BE9322CAB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1C91A-F7A6-4BF2-9163-9F00A42B49B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4BA7-7C75-42E6-B5F3-A6BE9322CAB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1C91A-F7A6-4BF2-9163-9F00A42B49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4BA7-7C75-42E6-B5F3-A6BE9322CAB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E381C91A-F7A6-4BF2-9163-9F00A42B49B9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4BA7-7C75-42E6-B5F3-A6BE9322CAB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1C91A-F7A6-4BF2-9163-9F00A42B49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4BA7-7C75-42E6-B5F3-A6BE9322CAB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1C91A-F7A6-4BF2-9163-9F00A42B49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4BA7-7C75-42E6-B5F3-A6BE9322CAB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1C91A-F7A6-4BF2-9163-9F00A42B49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4BA7-7C75-42E6-B5F3-A6BE9322CAB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1C91A-F7A6-4BF2-9163-9F00A42B49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4BA7-7C75-42E6-B5F3-A6BE9322CAB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1C91A-F7A6-4BF2-9163-9F00A42B49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4BA7-7C75-42E6-B5F3-A6BE9322CAB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1C91A-F7A6-4BF2-9163-9F00A42B49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4BA7-7C75-42E6-B5F3-A6BE9322CAB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1C91A-F7A6-4BF2-9163-9F00A42B49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D4BA7-7C75-42E6-B5F3-A6BE9322CAB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1C91A-F7A6-4BF2-9163-9F00A42B49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5CD4BA7-7C75-42E6-B5F3-A6BE9322CAB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E381C91A-F7A6-4BF2-9163-9F00A42B49B9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smtClean="0"/>
              <a:t>WELCOME</a:t>
            </a:r>
            <a:r>
              <a:rPr lang="en-US" dirty="0" smtClean="0"/>
              <a:t> TO MY PRESENTATIONS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TEN HTLML TAGS WILL BE BROUGHTLY EXPANTIATED IN THE NEXT SLIDES.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9991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1628800"/>
            <a:ext cx="799288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Wingdings" pitchFamily="2" charset="2"/>
              <a:buChar char="Ø"/>
            </a:pPr>
            <a:r>
              <a:rPr lang="en-US" sz="4800" dirty="0" smtClean="0"/>
              <a:t>&lt;HTML&gt;: Define the root of an html document ,enclosing all other element .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186733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178437"/>
            <a:ext cx="84249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itchFamily="2" charset="2"/>
              <a:buChar char="Ø"/>
            </a:pPr>
            <a:r>
              <a:rPr lang="en-US" sz="3600" dirty="0" smtClean="0"/>
              <a:t>&lt;head&gt;: contain metadata and links to external resources(like </a:t>
            </a:r>
            <a:r>
              <a:rPr lang="en-US" sz="3600" dirty="0" err="1" smtClean="0"/>
              <a:t>css</a:t>
            </a:r>
            <a:r>
              <a:rPr lang="en-US" sz="3600" dirty="0" smtClean="0"/>
              <a:t> files) that are not display on the web page itself.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323528" y="4100125"/>
            <a:ext cx="75608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itchFamily="2" charset="2"/>
              <a:buChar char="Ø"/>
            </a:pPr>
            <a:r>
              <a:rPr lang="en-US" sz="3600" dirty="0" smtClean="0"/>
              <a:t>&lt;body&gt;:contains all the visible content of the web page, such as text, images, and links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781306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260648"/>
            <a:ext cx="885698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&lt;</a:t>
            </a:r>
            <a:r>
              <a:rPr lang="en-US" sz="4400" dirty="0" smtClean="0"/>
              <a:t>h1&gt;  to &lt;6&gt;: Define heading of different important levels, where &lt;h1&gt; is the most important title and &lt;h6&gt; is the least.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64027828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912" y="2204864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Wingdings" pitchFamily="2" charset="2"/>
              <a:buChar char="Ø"/>
            </a:pPr>
            <a:r>
              <a:rPr lang="en-US" sz="4800" dirty="0" smtClean="0"/>
              <a:t>&lt;p&gt;: Defines a paragraph of text.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698909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36512" y="1484784"/>
            <a:ext cx="9144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itchFamily="2" charset="2"/>
              <a:buChar char="Ø"/>
            </a:pPr>
            <a:r>
              <a:rPr lang="en-US" sz="4400" dirty="0" smtClean="0"/>
              <a:t>&lt;a&gt;:creates a hyperlink to link one page to another. Its requires the </a:t>
            </a:r>
            <a:r>
              <a:rPr lang="en-US" sz="4400" dirty="0" err="1" smtClean="0"/>
              <a:t>href</a:t>
            </a:r>
            <a:r>
              <a:rPr lang="en-US" sz="4400" dirty="0"/>
              <a:t> </a:t>
            </a:r>
            <a:r>
              <a:rPr lang="en-US" sz="4400" dirty="0" smtClean="0"/>
              <a:t>attribute to specify the link’s destination URL.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829428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88640"/>
            <a:ext cx="864096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itchFamily="2" charset="2"/>
              <a:buChar char="Ø"/>
            </a:pPr>
            <a:r>
              <a:rPr lang="en-US" sz="4400" dirty="0" smtClean="0"/>
              <a:t>&lt;</a:t>
            </a:r>
            <a:r>
              <a:rPr lang="en-US" sz="4400" dirty="0" err="1" smtClean="0"/>
              <a:t>img</a:t>
            </a:r>
            <a:r>
              <a:rPr lang="en-US" sz="4400" dirty="0" smtClean="0"/>
              <a:t>&gt;: insert an image into the web page. It requires the </a:t>
            </a:r>
            <a:r>
              <a:rPr lang="en-US" sz="4400" dirty="0" err="1" smtClean="0"/>
              <a:t>src</a:t>
            </a:r>
            <a:r>
              <a:rPr lang="en-US" sz="4400" dirty="0" smtClean="0"/>
              <a:t> attribute to specify the image source and the alt attributes for a text description.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455170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3568" y="116632"/>
            <a:ext cx="828092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&lt;</a:t>
            </a:r>
            <a:r>
              <a:rPr lang="en-US" sz="4400" dirty="0" smtClean="0"/>
              <a:t>div&gt;:define a division or a section in a document. Primarily use as a container for other elements to grouped for styling with CSS.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200412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116632"/>
            <a:ext cx="83529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Wingdings" pitchFamily="2" charset="2"/>
              <a:buChar char="Ø"/>
            </a:pPr>
            <a:r>
              <a:rPr lang="en-US" sz="4800" dirty="0" smtClean="0"/>
              <a:t>&lt;</a:t>
            </a:r>
            <a:r>
              <a:rPr lang="en-US" sz="4800" dirty="0" err="1" smtClean="0"/>
              <a:t>ul</a:t>
            </a:r>
            <a:r>
              <a:rPr lang="en-US" sz="4800" dirty="0" smtClean="0"/>
              <a:t>&gt;: Define an unordered (bulleted) list. Such as text, image and links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180197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332656"/>
            <a:ext cx="892899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itchFamily="2" charset="2"/>
              <a:buChar char="Ø"/>
            </a:pPr>
            <a:r>
              <a:rPr lang="en-US" sz="4400" dirty="0" smtClean="0"/>
              <a:t>&lt;li&gt;: Define a list item within an ordered(&lt;</a:t>
            </a:r>
            <a:r>
              <a:rPr lang="en-US" sz="4400" dirty="0" err="1" smtClean="0"/>
              <a:t>ol</a:t>
            </a:r>
            <a:r>
              <a:rPr lang="en-US" sz="4400" dirty="0" smtClean="0"/>
              <a:t>&gt;)or unordered(&lt;</a:t>
            </a:r>
            <a:r>
              <a:rPr lang="en-US" sz="4400" dirty="0" err="1" smtClean="0"/>
              <a:t>ul</a:t>
            </a:r>
            <a:r>
              <a:rPr lang="en-US" sz="4400" dirty="0" smtClean="0"/>
              <a:t>&gt;) list.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040894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60</TotalTime>
  <Words>238</Words>
  <Application>Microsoft Office PowerPoint</Application>
  <PresentationFormat>On-screen Show (4:3)</PresentationFormat>
  <Paragraphs>12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Apex</vt:lpstr>
      <vt:lpstr>WELCOME TO MY PRESENTATIONS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MY PRESENTATIONS</dc:title>
  <dc:creator>DELL</dc:creator>
  <cp:lastModifiedBy>DELL</cp:lastModifiedBy>
  <cp:revision>8</cp:revision>
  <dcterms:created xsi:type="dcterms:W3CDTF">2026-03-03T16:37:51Z</dcterms:created>
  <dcterms:modified xsi:type="dcterms:W3CDTF">2026-03-04T16:35:14Z</dcterms:modified>
</cp:coreProperties>
</file>